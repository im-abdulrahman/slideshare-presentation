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" charset="1" panose="00000500000000000000"/>
      <p:regular r:id="rId14"/>
    </p:embeddedFont>
    <p:embeddedFont>
      <p:font typeface="Oswald Bold" charset="1" panose="00000800000000000000"/>
      <p:regular r:id="rId15"/>
    </p:embeddedFont>
    <p:embeddedFont>
      <p:font typeface="Poppins Bold" charset="1" panose="00000800000000000000"/>
      <p:regular r:id="rId16"/>
    </p:embeddedFont>
    <p:embeddedFont>
      <p:font typeface="Open Sans Bold" charset="1" panose="00000000000000000000"/>
      <p:regular r:id="rId17"/>
    </p:embeddedFont>
    <p:embeddedFont>
      <p:font typeface="Open Sans" charset="1" panose="00000000000000000000"/>
      <p:regular r:id="rId18"/>
    </p:embeddedFont>
    <p:embeddedFont>
      <p:font typeface="Inter Bold" charset="1" panose="02000503000000020004"/>
      <p:regular r:id="rId19"/>
    </p:embeddedFont>
    <p:embeddedFont>
      <p:font typeface="Inter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im-abdulrahman/ABAP-CODES-BY-ABDUL-RAHMAN" TargetMode="External" Type="http://schemas.openxmlformats.org/officeDocument/2006/relationships/hyperlink"/><Relationship Id="rId11" Target="https://github.com/im-abdulrahman/Invoice-Form-for-Maruti-Suzuki" TargetMode="External" Type="http://schemas.openxmlformats.org/officeDocument/2006/relationships/hyperlink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https://github.com/im-abdulrahman/Module-Pool-Dashboard---Employee-Management-System" TargetMode="External" Type="http://schemas.openxmlformats.org/officeDocument/2006/relationships/hyperlink"/><Relationship Id="rId9" Target="https://www.credly.com/badges/bb5e9d7b-ff85-4b56-83bd-64bdc7b19154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https://github.com/im-abdulrahman/Module-Pool-Dashboard---Employee-Management-System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https://github.com/im-abdulrahman/Module-Pool-Dashboard---Employee-Management-System/blob/main/ZPKG_EMP_MAN_SYS/z_emp_bdc_upload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https://github.com/im-abdulrahman/Module-Pool-Dashboard---Employee-Management-System/blob/main/ZPKG_EMP_MAN_SYS/ZPRG_ALV_EMP_DATA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https://github.com/im-abdulrahman/Module-Pool-Dashboard---Employee-Management-System/blob/main/ZPKG_EMP_MAN_SYS/Z_EMP_SMARTFORM_DRIVER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22033" y="6945312"/>
            <a:ext cx="612101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ABDUL RAHMAN ABDUL WAHAB</a:t>
            </a:r>
          </a:p>
        </p:txBody>
      </p:sp>
      <p:sp>
        <p:nvSpPr>
          <p:cNvPr name="AutoShape 5" id="5"/>
          <p:cNvSpPr/>
          <p:nvPr/>
        </p:nvSpPr>
        <p:spPr>
          <a:xfrm>
            <a:off x="1322033" y="6826250"/>
            <a:ext cx="649224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401626" y="3211170"/>
            <a:ext cx="8564342" cy="3864659"/>
          </a:xfrm>
          <a:custGeom>
            <a:avLst/>
            <a:gdLst/>
            <a:ahLst/>
            <a:cxnLst/>
            <a:rect r="r" b="b" t="t" l="l"/>
            <a:pathLst>
              <a:path h="3864659" w="8564342">
                <a:moveTo>
                  <a:pt x="0" y="0"/>
                </a:moveTo>
                <a:lnTo>
                  <a:pt x="8564341" y="0"/>
                </a:lnTo>
                <a:lnTo>
                  <a:pt x="8564341" y="3864660"/>
                </a:lnTo>
                <a:lnTo>
                  <a:pt x="0" y="386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2033" y="2886076"/>
            <a:ext cx="9442727" cy="3759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 b="true">
                <a:solidFill>
                  <a:srgbClr val="70B2E2"/>
                </a:solidFill>
                <a:latin typeface="Oswald Bold"/>
                <a:ea typeface="Oswald Bold"/>
                <a:cs typeface="Oswald Bold"/>
                <a:sym typeface="Oswald Bold"/>
              </a:rPr>
              <a:t>SAP ABAP</a:t>
            </a:r>
          </a:p>
          <a:p>
            <a:pPr algn="l">
              <a:lnSpc>
                <a:spcPts val="9699"/>
              </a:lnSpc>
            </a:pPr>
            <a:r>
              <a:rPr lang="en-US" sz="9999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CAPSTONE</a:t>
            </a:r>
          </a:p>
          <a:p>
            <a:pPr algn="l">
              <a:lnSpc>
                <a:spcPts val="9699"/>
              </a:lnSpc>
            </a:pPr>
            <a:r>
              <a:rPr lang="en-US" sz="9999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9123501" y="3911880"/>
            <a:ext cx="8114846" cy="2375216"/>
            <a:chOff x="0" y="0"/>
            <a:chExt cx="1815112" cy="5312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5112" cy="531283"/>
            </a:xfrm>
            <a:custGeom>
              <a:avLst/>
              <a:gdLst/>
              <a:ahLst/>
              <a:cxnLst/>
              <a:rect r="r" b="b" t="t" l="l"/>
              <a:pathLst>
                <a:path h="531283" w="1815112">
                  <a:moveTo>
                    <a:pt x="0" y="0"/>
                  </a:moveTo>
                  <a:lnTo>
                    <a:pt x="1815112" y="0"/>
                  </a:lnTo>
                  <a:lnTo>
                    <a:pt x="1815112" y="531283"/>
                  </a:lnTo>
                  <a:lnTo>
                    <a:pt x="0" y="531283"/>
                  </a:lnTo>
                  <a:close/>
                </a:path>
              </a:pathLst>
            </a:custGeom>
            <a:solidFill>
              <a:srgbClr val="F3F3F3"/>
            </a:solidFill>
            <a:ln w="1905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5112" cy="57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123501" y="6331958"/>
            <a:ext cx="700032" cy="0"/>
          </a:xfrm>
          <a:prstGeom prst="line">
            <a:avLst/>
          </a:prstGeom>
          <a:ln cap="flat" w="85725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335311" y="5628226"/>
            <a:ext cx="272589" cy="332426"/>
          </a:xfrm>
          <a:custGeom>
            <a:avLst/>
            <a:gdLst/>
            <a:ahLst/>
            <a:cxnLst/>
            <a:rect r="r" b="b" t="t" l="l"/>
            <a:pathLst>
              <a:path h="332426" w="272589">
                <a:moveTo>
                  <a:pt x="0" y="0"/>
                </a:moveTo>
                <a:lnTo>
                  <a:pt x="272590" y="0"/>
                </a:lnTo>
                <a:lnTo>
                  <a:pt x="272590" y="332426"/>
                </a:lnTo>
                <a:lnTo>
                  <a:pt x="0" y="33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-5400000">
            <a:off x="1889024" y="1429435"/>
            <a:ext cx="4763696" cy="6484343"/>
            <a:chOff x="0" y="0"/>
            <a:chExt cx="6350000" cy="86436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8642350"/>
            </a:xfrm>
            <a:custGeom>
              <a:avLst/>
              <a:gdLst/>
              <a:ahLst/>
              <a:cxnLst/>
              <a:rect r="r" b="b" t="t" l="l"/>
              <a:pathLst>
                <a:path h="8642350" w="6350000">
                  <a:moveTo>
                    <a:pt x="6350000" y="624840"/>
                  </a:moveTo>
                  <a:cubicBezTo>
                    <a:pt x="6350000" y="543560"/>
                    <a:pt x="6309360" y="472440"/>
                    <a:pt x="6247130" y="430530"/>
                  </a:cubicBezTo>
                  <a:cubicBezTo>
                    <a:pt x="6259830" y="422910"/>
                    <a:pt x="6271260" y="412750"/>
                    <a:pt x="6281420" y="402590"/>
                  </a:cubicBezTo>
                  <a:cubicBezTo>
                    <a:pt x="6324600" y="358140"/>
                    <a:pt x="6350000" y="298450"/>
                    <a:pt x="6350000" y="236220"/>
                  </a:cubicBezTo>
                  <a:cubicBezTo>
                    <a:pt x="6350000" y="173990"/>
                    <a:pt x="6324600" y="114300"/>
                    <a:pt x="6281420" y="69850"/>
                  </a:cubicBezTo>
                  <a:cubicBezTo>
                    <a:pt x="6236970" y="25400"/>
                    <a:pt x="6176010" y="0"/>
                    <a:pt x="6115050" y="0"/>
                  </a:cubicBezTo>
                  <a:cubicBezTo>
                    <a:pt x="6052820" y="0"/>
                    <a:pt x="5991860" y="25400"/>
                    <a:pt x="5948680" y="68580"/>
                  </a:cubicBezTo>
                  <a:cubicBezTo>
                    <a:pt x="5937250" y="80010"/>
                    <a:pt x="5927090" y="92710"/>
                    <a:pt x="5919470" y="105410"/>
                  </a:cubicBezTo>
                  <a:cubicBezTo>
                    <a:pt x="5877560" y="41910"/>
                    <a:pt x="5805170" y="0"/>
                    <a:pt x="5723890" y="0"/>
                  </a:cubicBezTo>
                  <a:cubicBezTo>
                    <a:pt x="5642610" y="0"/>
                    <a:pt x="5570220" y="41910"/>
                    <a:pt x="5528310" y="105410"/>
                  </a:cubicBezTo>
                  <a:cubicBezTo>
                    <a:pt x="5486400" y="41910"/>
                    <a:pt x="5414010" y="0"/>
                    <a:pt x="5332730" y="0"/>
                  </a:cubicBezTo>
                  <a:cubicBezTo>
                    <a:pt x="5250180" y="0"/>
                    <a:pt x="5179060" y="41910"/>
                    <a:pt x="5137150" y="105410"/>
                  </a:cubicBezTo>
                  <a:cubicBezTo>
                    <a:pt x="5095241" y="41910"/>
                    <a:pt x="5022850" y="0"/>
                    <a:pt x="4941570" y="0"/>
                  </a:cubicBezTo>
                  <a:cubicBezTo>
                    <a:pt x="4860291" y="0"/>
                    <a:pt x="4787900" y="41910"/>
                    <a:pt x="4745990" y="105410"/>
                  </a:cubicBezTo>
                  <a:cubicBezTo>
                    <a:pt x="4704080" y="41910"/>
                    <a:pt x="4631690" y="0"/>
                    <a:pt x="4550410" y="0"/>
                  </a:cubicBezTo>
                  <a:cubicBezTo>
                    <a:pt x="4469130" y="0"/>
                    <a:pt x="4396740" y="41910"/>
                    <a:pt x="4354830" y="105410"/>
                  </a:cubicBezTo>
                  <a:cubicBezTo>
                    <a:pt x="4312920" y="41910"/>
                    <a:pt x="4240530" y="0"/>
                    <a:pt x="4159250" y="0"/>
                  </a:cubicBezTo>
                  <a:cubicBezTo>
                    <a:pt x="4077970" y="0"/>
                    <a:pt x="4005580" y="41910"/>
                    <a:pt x="3963670" y="105410"/>
                  </a:cubicBezTo>
                  <a:cubicBezTo>
                    <a:pt x="3921761" y="41910"/>
                    <a:pt x="3849370" y="0"/>
                    <a:pt x="3768091" y="0"/>
                  </a:cubicBezTo>
                  <a:cubicBezTo>
                    <a:pt x="3686811" y="0"/>
                    <a:pt x="3614420" y="41910"/>
                    <a:pt x="3572511" y="105410"/>
                  </a:cubicBezTo>
                  <a:cubicBezTo>
                    <a:pt x="3530601" y="41910"/>
                    <a:pt x="3458211" y="0"/>
                    <a:pt x="3376931" y="0"/>
                  </a:cubicBezTo>
                  <a:cubicBezTo>
                    <a:pt x="3295651" y="0"/>
                    <a:pt x="3216910" y="41910"/>
                    <a:pt x="3175000" y="105410"/>
                  </a:cubicBezTo>
                  <a:cubicBezTo>
                    <a:pt x="3133090" y="41910"/>
                    <a:pt x="3060700" y="0"/>
                    <a:pt x="2979420" y="0"/>
                  </a:cubicBezTo>
                  <a:cubicBezTo>
                    <a:pt x="2898140" y="0"/>
                    <a:pt x="2825750" y="41910"/>
                    <a:pt x="2783840" y="105410"/>
                  </a:cubicBezTo>
                  <a:cubicBezTo>
                    <a:pt x="2741930" y="41910"/>
                    <a:pt x="2669540" y="0"/>
                    <a:pt x="2588260" y="0"/>
                  </a:cubicBezTo>
                  <a:cubicBezTo>
                    <a:pt x="2505710" y="0"/>
                    <a:pt x="2434590" y="41910"/>
                    <a:pt x="2392680" y="105410"/>
                  </a:cubicBezTo>
                  <a:cubicBezTo>
                    <a:pt x="2350770" y="41910"/>
                    <a:pt x="2278380" y="0"/>
                    <a:pt x="2197100" y="0"/>
                  </a:cubicBezTo>
                  <a:cubicBezTo>
                    <a:pt x="2115820" y="0"/>
                    <a:pt x="2043430" y="41910"/>
                    <a:pt x="2001520" y="105410"/>
                  </a:cubicBezTo>
                  <a:cubicBezTo>
                    <a:pt x="1959610" y="41910"/>
                    <a:pt x="1887220" y="0"/>
                    <a:pt x="1805941" y="0"/>
                  </a:cubicBezTo>
                  <a:cubicBezTo>
                    <a:pt x="1723391" y="0"/>
                    <a:pt x="1652270" y="41910"/>
                    <a:pt x="1610361" y="105410"/>
                  </a:cubicBezTo>
                  <a:cubicBezTo>
                    <a:pt x="1568450" y="41910"/>
                    <a:pt x="1496061" y="0"/>
                    <a:pt x="1414781" y="0"/>
                  </a:cubicBezTo>
                  <a:cubicBezTo>
                    <a:pt x="1329691" y="0"/>
                    <a:pt x="1257300" y="41910"/>
                    <a:pt x="1215391" y="105410"/>
                  </a:cubicBezTo>
                  <a:cubicBezTo>
                    <a:pt x="1173481" y="41910"/>
                    <a:pt x="1101091" y="0"/>
                    <a:pt x="1019811" y="0"/>
                  </a:cubicBezTo>
                  <a:cubicBezTo>
                    <a:pt x="937261" y="0"/>
                    <a:pt x="866141" y="41910"/>
                    <a:pt x="824231" y="105410"/>
                  </a:cubicBezTo>
                  <a:cubicBezTo>
                    <a:pt x="782321" y="41910"/>
                    <a:pt x="709931" y="0"/>
                    <a:pt x="628650" y="0"/>
                  </a:cubicBezTo>
                  <a:cubicBezTo>
                    <a:pt x="544830" y="0"/>
                    <a:pt x="473710" y="41910"/>
                    <a:pt x="431800" y="105410"/>
                  </a:cubicBezTo>
                  <a:cubicBezTo>
                    <a:pt x="422910" y="92710"/>
                    <a:pt x="412750" y="80010"/>
                    <a:pt x="402590" y="68580"/>
                  </a:cubicBezTo>
                  <a:cubicBezTo>
                    <a:pt x="358140" y="25400"/>
                    <a:pt x="297180" y="0"/>
                    <a:pt x="234950" y="0"/>
                  </a:cubicBezTo>
                  <a:cubicBezTo>
                    <a:pt x="172720" y="0"/>
                    <a:pt x="113030" y="25400"/>
                    <a:pt x="68580" y="68580"/>
                  </a:cubicBezTo>
                  <a:cubicBezTo>
                    <a:pt x="25400" y="113030"/>
                    <a:pt x="0" y="172720"/>
                    <a:pt x="0" y="234950"/>
                  </a:cubicBezTo>
                  <a:cubicBezTo>
                    <a:pt x="0" y="297180"/>
                    <a:pt x="25400" y="356870"/>
                    <a:pt x="68580" y="401320"/>
                  </a:cubicBezTo>
                  <a:cubicBezTo>
                    <a:pt x="78740" y="411480"/>
                    <a:pt x="90170" y="421640"/>
                    <a:pt x="102870" y="429260"/>
                  </a:cubicBezTo>
                  <a:cubicBezTo>
                    <a:pt x="40640" y="472440"/>
                    <a:pt x="0" y="543560"/>
                    <a:pt x="0" y="624840"/>
                  </a:cubicBezTo>
                  <a:cubicBezTo>
                    <a:pt x="0" y="706120"/>
                    <a:pt x="40640" y="777240"/>
                    <a:pt x="102870" y="819150"/>
                  </a:cubicBezTo>
                  <a:cubicBezTo>
                    <a:pt x="40640" y="861060"/>
                    <a:pt x="0" y="932180"/>
                    <a:pt x="0" y="1013460"/>
                  </a:cubicBezTo>
                  <a:cubicBezTo>
                    <a:pt x="0" y="1094740"/>
                    <a:pt x="40640" y="1165860"/>
                    <a:pt x="102870" y="1207770"/>
                  </a:cubicBezTo>
                  <a:cubicBezTo>
                    <a:pt x="40640" y="1249680"/>
                    <a:pt x="0" y="1322070"/>
                    <a:pt x="0" y="1402080"/>
                  </a:cubicBezTo>
                  <a:cubicBezTo>
                    <a:pt x="0" y="1483360"/>
                    <a:pt x="40640" y="1554480"/>
                    <a:pt x="102870" y="1596390"/>
                  </a:cubicBezTo>
                  <a:cubicBezTo>
                    <a:pt x="40640" y="1638300"/>
                    <a:pt x="0" y="1709420"/>
                    <a:pt x="0" y="1790700"/>
                  </a:cubicBezTo>
                  <a:cubicBezTo>
                    <a:pt x="0" y="1871980"/>
                    <a:pt x="40640" y="1943100"/>
                    <a:pt x="102870" y="1985010"/>
                  </a:cubicBezTo>
                  <a:cubicBezTo>
                    <a:pt x="40640" y="2026920"/>
                    <a:pt x="0" y="2099310"/>
                    <a:pt x="0" y="2179320"/>
                  </a:cubicBezTo>
                  <a:cubicBezTo>
                    <a:pt x="0" y="2260600"/>
                    <a:pt x="40640" y="2331720"/>
                    <a:pt x="102870" y="2373630"/>
                  </a:cubicBezTo>
                  <a:cubicBezTo>
                    <a:pt x="40640" y="2418080"/>
                    <a:pt x="0" y="2489200"/>
                    <a:pt x="0" y="2570480"/>
                  </a:cubicBezTo>
                  <a:cubicBezTo>
                    <a:pt x="0" y="2651760"/>
                    <a:pt x="40640" y="2722880"/>
                    <a:pt x="102870" y="2764790"/>
                  </a:cubicBezTo>
                  <a:cubicBezTo>
                    <a:pt x="40640" y="2806700"/>
                    <a:pt x="0" y="2879090"/>
                    <a:pt x="0" y="2959100"/>
                  </a:cubicBezTo>
                  <a:cubicBezTo>
                    <a:pt x="0" y="3040380"/>
                    <a:pt x="40640" y="3111500"/>
                    <a:pt x="102870" y="3153410"/>
                  </a:cubicBezTo>
                  <a:cubicBezTo>
                    <a:pt x="40640" y="3195320"/>
                    <a:pt x="0" y="3266440"/>
                    <a:pt x="0" y="3347720"/>
                  </a:cubicBezTo>
                  <a:cubicBezTo>
                    <a:pt x="0" y="3429000"/>
                    <a:pt x="40640" y="3500120"/>
                    <a:pt x="102870" y="3542030"/>
                  </a:cubicBezTo>
                  <a:cubicBezTo>
                    <a:pt x="40640" y="3583940"/>
                    <a:pt x="0" y="3655060"/>
                    <a:pt x="0" y="3736340"/>
                  </a:cubicBezTo>
                  <a:cubicBezTo>
                    <a:pt x="0" y="3817620"/>
                    <a:pt x="40640" y="3888740"/>
                    <a:pt x="102870" y="3930650"/>
                  </a:cubicBezTo>
                  <a:cubicBezTo>
                    <a:pt x="40640" y="3973830"/>
                    <a:pt x="0" y="4044950"/>
                    <a:pt x="0" y="4124959"/>
                  </a:cubicBezTo>
                  <a:cubicBezTo>
                    <a:pt x="0" y="4206239"/>
                    <a:pt x="40640" y="4277359"/>
                    <a:pt x="102870" y="4319269"/>
                  </a:cubicBezTo>
                  <a:cubicBezTo>
                    <a:pt x="40640" y="4361180"/>
                    <a:pt x="0" y="4432300"/>
                    <a:pt x="0" y="4513580"/>
                  </a:cubicBezTo>
                  <a:cubicBezTo>
                    <a:pt x="0" y="4594860"/>
                    <a:pt x="40640" y="4665980"/>
                    <a:pt x="102870" y="4707890"/>
                  </a:cubicBezTo>
                  <a:cubicBezTo>
                    <a:pt x="40640" y="4749800"/>
                    <a:pt x="0" y="4820920"/>
                    <a:pt x="0" y="4902200"/>
                  </a:cubicBezTo>
                  <a:cubicBezTo>
                    <a:pt x="0" y="4983480"/>
                    <a:pt x="40640" y="5054600"/>
                    <a:pt x="102870" y="5096510"/>
                  </a:cubicBezTo>
                  <a:cubicBezTo>
                    <a:pt x="40640" y="5138420"/>
                    <a:pt x="0" y="5210810"/>
                    <a:pt x="0" y="5290820"/>
                  </a:cubicBezTo>
                  <a:cubicBezTo>
                    <a:pt x="0" y="5372100"/>
                    <a:pt x="40640" y="5443220"/>
                    <a:pt x="102870" y="5485130"/>
                  </a:cubicBezTo>
                  <a:cubicBezTo>
                    <a:pt x="40640" y="5527039"/>
                    <a:pt x="0" y="5598159"/>
                    <a:pt x="0" y="5679439"/>
                  </a:cubicBezTo>
                  <a:cubicBezTo>
                    <a:pt x="0" y="5760719"/>
                    <a:pt x="40640" y="5831839"/>
                    <a:pt x="102870" y="5873749"/>
                  </a:cubicBezTo>
                  <a:cubicBezTo>
                    <a:pt x="40640" y="5915659"/>
                    <a:pt x="0" y="5986779"/>
                    <a:pt x="0" y="6068059"/>
                  </a:cubicBezTo>
                  <a:cubicBezTo>
                    <a:pt x="0" y="6149339"/>
                    <a:pt x="40640" y="6220459"/>
                    <a:pt x="102870" y="6262369"/>
                  </a:cubicBezTo>
                  <a:cubicBezTo>
                    <a:pt x="40640" y="6304280"/>
                    <a:pt x="0" y="6375400"/>
                    <a:pt x="0" y="6456680"/>
                  </a:cubicBezTo>
                  <a:cubicBezTo>
                    <a:pt x="0" y="6537960"/>
                    <a:pt x="40640" y="6609080"/>
                    <a:pt x="102870" y="6650990"/>
                  </a:cubicBezTo>
                  <a:cubicBezTo>
                    <a:pt x="40640" y="6692900"/>
                    <a:pt x="0" y="6764020"/>
                    <a:pt x="0" y="6845300"/>
                  </a:cubicBezTo>
                  <a:cubicBezTo>
                    <a:pt x="0" y="6926580"/>
                    <a:pt x="40640" y="6997700"/>
                    <a:pt x="102870" y="7039610"/>
                  </a:cubicBezTo>
                  <a:cubicBezTo>
                    <a:pt x="40640" y="7082790"/>
                    <a:pt x="0" y="7153910"/>
                    <a:pt x="0" y="7233920"/>
                  </a:cubicBezTo>
                  <a:cubicBezTo>
                    <a:pt x="0" y="7315200"/>
                    <a:pt x="40640" y="7386320"/>
                    <a:pt x="102870" y="7428230"/>
                  </a:cubicBezTo>
                  <a:cubicBezTo>
                    <a:pt x="40640" y="7470139"/>
                    <a:pt x="0" y="7541260"/>
                    <a:pt x="0" y="7622539"/>
                  </a:cubicBezTo>
                  <a:cubicBezTo>
                    <a:pt x="0" y="7703819"/>
                    <a:pt x="40640" y="7774939"/>
                    <a:pt x="102870" y="7816849"/>
                  </a:cubicBezTo>
                  <a:cubicBezTo>
                    <a:pt x="40640" y="7866380"/>
                    <a:pt x="0" y="7937500"/>
                    <a:pt x="0" y="8018780"/>
                  </a:cubicBezTo>
                  <a:cubicBezTo>
                    <a:pt x="0" y="8100061"/>
                    <a:pt x="40640" y="8171180"/>
                    <a:pt x="102870" y="8213090"/>
                  </a:cubicBezTo>
                  <a:cubicBezTo>
                    <a:pt x="90170" y="8220710"/>
                    <a:pt x="78740" y="8230870"/>
                    <a:pt x="68580" y="8241030"/>
                  </a:cubicBezTo>
                  <a:cubicBezTo>
                    <a:pt x="25400" y="8285480"/>
                    <a:pt x="0" y="8346440"/>
                    <a:pt x="0" y="8407400"/>
                  </a:cubicBezTo>
                  <a:cubicBezTo>
                    <a:pt x="0" y="8469630"/>
                    <a:pt x="25400" y="8529320"/>
                    <a:pt x="68580" y="8573770"/>
                  </a:cubicBezTo>
                  <a:cubicBezTo>
                    <a:pt x="111760" y="8616950"/>
                    <a:pt x="172720" y="8642350"/>
                    <a:pt x="234950" y="8642350"/>
                  </a:cubicBezTo>
                  <a:cubicBezTo>
                    <a:pt x="297180" y="8642350"/>
                    <a:pt x="356870" y="8616950"/>
                    <a:pt x="401320" y="8573770"/>
                  </a:cubicBezTo>
                  <a:cubicBezTo>
                    <a:pt x="412750" y="8562339"/>
                    <a:pt x="422910" y="8549639"/>
                    <a:pt x="430530" y="8536939"/>
                  </a:cubicBezTo>
                  <a:cubicBezTo>
                    <a:pt x="472440" y="8600439"/>
                    <a:pt x="544830" y="8642349"/>
                    <a:pt x="626110" y="8642349"/>
                  </a:cubicBezTo>
                  <a:cubicBezTo>
                    <a:pt x="707390" y="8642349"/>
                    <a:pt x="779780" y="8600439"/>
                    <a:pt x="821690" y="8536939"/>
                  </a:cubicBezTo>
                  <a:cubicBezTo>
                    <a:pt x="863600" y="8600439"/>
                    <a:pt x="935990" y="8642349"/>
                    <a:pt x="1017270" y="8642349"/>
                  </a:cubicBezTo>
                  <a:cubicBezTo>
                    <a:pt x="1099820" y="8642349"/>
                    <a:pt x="1172210" y="8600439"/>
                    <a:pt x="1212850" y="8536939"/>
                  </a:cubicBezTo>
                  <a:cubicBezTo>
                    <a:pt x="1254760" y="8600439"/>
                    <a:pt x="1327150" y="8642349"/>
                    <a:pt x="1408430" y="8642349"/>
                  </a:cubicBezTo>
                  <a:cubicBezTo>
                    <a:pt x="1489710" y="8642349"/>
                    <a:pt x="1562100" y="8600439"/>
                    <a:pt x="1604010" y="8536939"/>
                  </a:cubicBezTo>
                  <a:cubicBezTo>
                    <a:pt x="1645920" y="8600439"/>
                    <a:pt x="1718310" y="8642349"/>
                    <a:pt x="1799590" y="8642349"/>
                  </a:cubicBezTo>
                  <a:cubicBezTo>
                    <a:pt x="1880870" y="8642349"/>
                    <a:pt x="1953260" y="8600439"/>
                    <a:pt x="1995170" y="8536939"/>
                  </a:cubicBezTo>
                  <a:cubicBezTo>
                    <a:pt x="2037080" y="8600439"/>
                    <a:pt x="2109470" y="8642349"/>
                    <a:pt x="2190750" y="8642349"/>
                  </a:cubicBezTo>
                  <a:cubicBezTo>
                    <a:pt x="2273300" y="8642349"/>
                    <a:pt x="2344420" y="8600439"/>
                    <a:pt x="2386330" y="8536939"/>
                  </a:cubicBezTo>
                  <a:cubicBezTo>
                    <a:pt x="2428240" y="8600439"/>
                    <a:pt x="2500630" y="8642349"/>
                    <a:pt x="2581910" y="8642349"/>
                  </a:cubicBezTo>
                  <a:cubicBezTo>
                    <a:pt x="2663190" y="8642349"/>
                    <a:pt x="2735580" y="8600439"/>
                    <a:pt x="2777490" y="8536939"/>
                  </a:cubicBezTo>
                  <a:cubicBezTo>
                    <a:pt x="2819400" y="8600439"/>
                    <a:pt x="2891790" y="8642349"/>
                    <a:pt x="2973070" y="8642349"/>
                  </a:cubicBezTo>
                  <a:cubicBezTo>
                    <a:pt x="3055620" y="8642349"/>
                    <a:pt x="3126740" y="8600439"/>
                    <a:pt x="3168650" y="8536939"/>
                  </a:cubicBezTo>
                  <a:cubicBezTo>
                    <a:pt x="3210560" y="8600439"/>
                    <a:pt x="3282950" y="8642349"/>
                    <a:pt x="3364230" y="8642349"/>
                  </a:cubicBezTo>
                  <a:cubicBezTo>
                    <a:pt x="3445509" y="8642349"/>
                    <a:pt x="3517900" y="8600439"/>
                    <a:pt x="3559809" y="8536939"/>
                  </a:cubicBezTo>
                  <a:cubicBezTo>
                    <a:pt x="3601719" y="8600439"/>
                    <a:pt x="3674109" y="8642349"/>
                    <a:pt x="3755389" y="8642349"/>
                  </a:cubicBezTo>
                  <a:cubicBezTo>
                    <a:pt x="3837939" y="8642349"/>
                    <a:pt x="3909059" y="8600439"/>
                    <a:pt x="3950969" y="8536939"/>
                  </a:cubicBezTo>
                  <a:cubicBezTo>
                    <a:pt x="3992879" y="8600439"/>
                    <a:pt x="4065269" y="8642349"/>
                    <a:pt x="4146549" y="8642349"/>
                  </a:cubicBezTo>
                  <a:cubicBezTo>
                    <a:pt x="4227829" y="8642349"/>
                    <a:pt x="4300219" y="8600439"/>
                    <a:pt x="4342129" y="8536939"/>
                  </a:cubicBezTo>
                  <a:cubicBezTo>
                    <a:pt x="4384039" y="8600439"/>
                    <a:pt x="4456429" y="8642349"/>
                    <a:pt x="4537709" y="8642349"/>
                  </a:cubicBezTo>
                  <a:cubicBezTo>
                    <a:pt x="4618989" y="8642349"/>
                    <a:pt x="4691379" y="8600439"/>
                    <a:pt x="4733289" y="8536939"/>
                  </a:cubicBezTo>
                  <a:cubicBezTo>
                    <a:pt x="4775199" y="8600439"/>
                    <a:pt x="4847589" y="8642349"/>
                    <a:pt x="4928869" y="8642349"/>
                  </a:cubicBezTo>
                  <a:cubicBezTo>
                    <a:pt x="5010149" y="8642349"/>
                    <a:pt x="5082539" y="8600439"/>
                    <a:pt x="5124449" y="8536939"/>
                  </a:cubicBezTo>
                  <a:cubicBezTo>
                    <a:pt x="5166359" y="8600439"/>
                    <a:pt x="5238749" y="8642349"/>
                    <a:pt x="5320029" y="8642349"/>
                  </a:cubicBezTo>
                  <a:cubicBezTo>
                    <a:pt x="5401309" y="8642349"/>
                    <a:pt x="5473699" y="8600439"/>
                    <a:pt x="5515609" y="8536939"/>
                  </a:cubicBezTo>
                  <a:cubicBezTo>
                    <a:pt x="5557519" y="8600439"/>
                    <a:pt x="5629909" y="8642349"/>
                    <a:pt x="5711189" y="8642349"/>
                  </a:cubicBezTo>
                  <a:cubicBezTo>
                    <a:pt x="5793739" y="8642349"/>
                    <a:pt x="5864859" y="8600439"/>
                    <a:pt x="5906769" y="8536939"/>
                  </a:cubicBezTo>
                  <a:cubicBezTo>
                    <a:pt x="5915659" y="8549639"/>
                    <a:pt x="5925819" y="8562339"/>
                    <a:pt x="5935978" y="8573770"/>
                  </a:cubicBezTo>
                  <a:cubicBezTo>
                    <a:pt x="5979158" y="8616950"/>
                    <a:pt x="6040119" y="8642350"/>
                    <a:pt x="6102348" y="8642350"/>
                  </a:cubicBezTo>
                  <a:cubicBezTo>
                    <a:pt x="6163308" y="8642350"/>
                    <a:pt x="6224269" y="8616950"/>
                    <a:pt x="6268719" y="8573770"/>
                  </a:cubicBezTo>
                  <a:cubicBezTo>
                    <a:pt x="6311898" y="8529320"/>
                    <a:pt x="6337298" y="8469630"/>
                    <a:pt x="6337298" y="8407400"/>
                  </a:cubicBezTo>
                  <a:cubicBezTo>
                    <a:pt x="6337298" y="8345170"/>
                    <a:pt x="6311898" y="8285480"/>
                    <a:pt x="6268719" y="8241030"/>
                  </a:cubicBezTo>
                  <a:cubicBezTo>
                    <a:pt x="6258559" y="8230870"/>
                    <a:pt x="6247128" y="8220711"/>
                    <a:pt x="6234428" y="8213090"/>
                  </a:cubicBezTo>
                  <a:cubicBezTo>
                    <a:pt x="6296658" y="8171180"/>
                    <a:pt x="6337298" y="8098790"/>
                    <a:pt x="6337298" y="8018780"/>
                  </a:cubicBezTo>
                  <a:cubicBezTo>
                    <a:pt x="6337298" y="7937500"/>
                    <a:pt x="6296658" y="7866380"/>
                    <a:pt x="6234428" y="7824470"/>
                  </a:cubicBezTo>
                  <a:cubicBezTo>
                    <a:pt x="6296658" y="7782561"/>
                    <a:pt x="6337298" y="7711440"/>
                    <a:pt x="6337298" y="7630161"/>
                  </a:cubicBezTo>
                  <a:cubicBezTo>
                    <a:pt x="6337298" y="7548881"/>
                    <a:pt x="6296658" y="7477761"/>
                    <a:pt x="6234428" y="7435851"/>
                  </a:cubicBezTo>
                  <a:cubicBezTo>
                    <a:pt x="6296658" y="7393941"/>
                    <a:pt x="6337298" y="7321551"/>
                    <a:pt x="6337298" y="7241541"/>
                  </a:cubicBezTo>
                  <a:cubicBezTo>
                    <a:pt x="6337298" y="7160261"/>
                    <a:pt x="6296658" y="7089141"/>
                    <a:pt x="6234428" y="7047231"/>
                  </a:cubicBezTo>
                  <a:cubicBezTo>
                    <a:pt x="6296658" y="7005321"/>
                    <a:pt x="6337298" y="6934201"/>
                    <a:pt x="6337298" y="6852921"/>
                  </a:cubicBezTo>
                  <a:cubicBezTo>
                    <a:pt x="6337298" y="6771642"/>
                    <a:pt x="6296658" y="6700521"/>
                    <a:pt x="6234428" y="6658611"/>
                  </a:cubicBezTo>
                  <a:cubicBezTo>
                    <a:pt x="6296658" y="6615431"/>
                    <a:pt x="6337298" y="6544311"/>
                    <a:pt x="6337298" y="6464302"/>
                  </a:cubicBezTo>
                  <a:cubicBezTo>
                    <a:pt x="6337298" y="6383022"/>
                    <a:pt x="6296658" y="6311902"/>
                    <a:pt x="6234428" y="6269992"/>
                  </a:cubicBezTo>
                  <a:cubicBezTo>
                    <a:pt x="6296658" y="6228082"/>
                    <a:pt x="6337298" y="6156962"/>
                    <a:pt x="6337298" y="6075682"/>
                  </a:cubicBezTo>
                  <a:cubicBezTo>
                    <a:pt x="6337298" y="5994402"/>
                    <a:pt x="6296658" y="5923282"/>
                    <a:pt x="6234428" y="5881372"/>
                  </a:cubicBezTo>
                  <a:cubicBezTo>
                    <a:pt x="6296658" y="5839462"/>
                    <a:pt x="6337298" y="5768342"/>
                    <a:pt x="6337298" y="5687062"/>
                  </a:cubicBezTo>
                  <a:cubicBezTo>
                    <a:pt x="6337298" y="5605782"/>
                    <a:pt x="6296658" y="5534662"/>
                    <a:pt x="6234428" y="5492752"/>
                  </a:cubicBezTo>
                  <a:cubicBezTo>
                    <a:pt x="6296658" y="5449572"/>
                    <a:pt x="6337298" y="5378452"/>
                    <a:pt x="6337298" y="5298442"/>
                  </a:cubicBezTo>
                  <a:cubicBezTo>
                    <a:pt x="6337298" y="5217163"/>
                    <a:pt x="6296658" y="5146042"/>
                    <a:pt x="6234428" y="5104133"/>
                  </a:cubicBezTo>
                  <a:cubicBezTo>
                    <a:pt x="6296658" y="5062223"/>
                    <a:pt x="6337298" y="4991103"/>
                    <a:pt x="6337298" y="4909823"/>
                  </a:cubicBezTo>
                  <a:cubicBezTo>
                    <a:pt x="6337298" y="4828543"/>
                    <a:pt x="6296658" y="4757423"/>
                    <a:pt x="6234428" y="4715513"/>
                  </a:cubicBezTo>
                  <a:cubicBezTo>
                    <a:pt x="6296658" y="4672333"/>
                    <a:pt x="6337298" y="4601213"/>
                    <a:pt x="6337298" y="4521203"/>
                  </a:cubicBezTo>
                  <a:cubicBezTo>
                    <a:pt x="6337298" y="4439923"/>
                    <a:pt x="6296658" y="4368803"/>
                    <a:pt x="6234428" y="4326893"/>
                  </a:cubicBezTo>
                  <a:cubicBezTo>
                    <a:pt x="6296658" y="4284983"/>
                    <a:pt x="6337298" y="4213863"/>
                    <a:pt x="6337298" y="4132583"/>
                  </a:cubicBezTo>
                  <a:cubicBezTo>
                    <a:pt x="6337298" y="4051303"/>
                    <a:pt x="6296658" y="3980183"/>
                    <a:pt x="6234428" y="3938274"/>
                  </a:cubicBezTo>
                  <a:cubicBezTo>
                    <a:pt x="6296658" y="3896364"/>
                    <a:pt x="6337298" y="3825244"/>
                    <a:pt x="6337298" y="3743964"/>
                  </a:cubicBezTo>
                  <a:cubicBezTo>
                    <a:pt x="6337298" y="3662684"/>
                    <a:pt x="6296658" y="3591564"/>
                    <a:pt x="6234428" y="3549654"/>
                  </a:cubicBezTo>
                  <a:cubicBezTo>
                    <a:pt x="6296658" y="3506474"/>
                    <a:pt x="6337298" y="3435354"/>
                    <a:pt x="6337298" y="3355344"/>
                  </a:cubicBezTo>
                  <a:cubicBezTo>
                    <a:pt x="6337298" y="3274064"/>
                    <a:pt x="6296658" y="3202944"/>
                    <a:pt x="6234428" y="3161034"/>
                  </a:cubicBezTo>
                  <a:cubicBezTo>
                    <a:pt x="6296658" y="3119124"/>
                    <a:pt x="6337298" y="3048004"/>
                    <a:pt x="6337298" y="2966724"/>
                  </a:cubicBezTo>
                  <a:cubicBezTo>
                    <a:pt x="6337298" y="2885444"/>
                    <a:pt x="6296658" y="2814324"/>
                    <a:pt x="6234428" y="2772414"/>
                  </a:cubicBezTo>
                  <a:cubicBezTo>
                    <a:pt x="6296658" y="2730504"/>
                    <a:pt x="6337298" y="2659384"/>
                    <a:pt x="6337298" y="2578104"/>
                  </a:cubicBezTo>
                  <a:cubicBezTo>
                    <a:pt x="6337298" y="2496824"/>
                    <a:pt x="6296658" y="2425704"/>
                    <a:pt x="6234428" y="2383794"/>
                  </a:cubicBezTo>
                  <a:cubicBezTo>
                    <a:pt x="6296658" y="2341884"/>
                    <a:pt x="6337298" y="2270764"/>
                    <a:pt x="6337298" y="2189484"/>
                  </a:cubicBezTo>
                  <a:cubicBezTo>
                    <a:pt x="6337298" y="2108204"/>
                    <a:pt x="6296658" y="2037084"/>
                    <a:pt x="6234428" y="1995174"/>
                  </a:cubicBezTo>
                  <a:cubicBezTo>
                    <a:pt x="6296658" y="1953264"/>
                    <a:pt x="6337298" y="1882144"/>
                    <a:pt x="6337298" y="1800864"/>
                  </a:cubicBezTo>
                  <a:cubicBezTo>
                    <a:pt x="6337298" y="1719584"/>
                    <a:pt x="6296658" y="1648464"/>
                    <a:pt x="6234428" y="1606554"/>
                  </a:cubicBezTo>
                  <a:cubicBezTo>
                    <a:pt x="6296658" y="1563374"/>
                    <a:pt x="6337298" y="1492254"/>
                    <a:pt x="6337298" y="1412244"/>
                  </a:cubicBezTo>
                  <a:cubicBezTo>
                    <a:pt x="6337298" y="1330964"/>
                    <a:pt x="6296658" y="1259844"/>
                    <a:pt x="6234428" y="1217934"/>
                  </a:cubicBezTo>
                  <a:cubicBezTo>
                    <a:pt x="6296658" y="1176024"/>
                    <a:pt x="6337298" y="1104904"/>
                    <a:pt x="6337298" y="1023624"/>
                  </a:cubicBezTo>
                  <a:cubicBezTo>
                    <a:pt x="6337298" y="942344"/>
                    <a:pt x="6296658" y="871224"/>
                    <a:pt x="6234428" y="829314"/>
                  </a:cubicBezTo>
                  <a:cubicBezTo>
                    <a:pt x="6309358" y="775974"/>
                    <a:pt x="6349998" y="704854"/>
                    <a:pt x="6349998" y="624844"/>
                  </a:cubicBezTo>
                  <a:close/>
                </a:path>
              </a:pathLst>
            </a:custGeom>
            <a:solidFill>
              <a:srgbClr val="C8D0D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5400000">
              <a:off x="-696595" y="1537335"/>
              <a:ext cx="7743190" cy="5570220"/>
            </a:xfrm>
            <a:custGeom>
              <a:avLst/>
              <a:gdLst/>
              <a:ahLst/>
              <a:cxnLst/>
              <a:rect r="r" b="b" t="t" l="l"/>
              <a:pathLst>
                <a:path h="5570220" w="7743190">
                  <a:moveTo>
                    <a:pt x="0" y="5570220"/>
                  </a:moveTo>
                  <a:lnTo>
                    <a:pt x="0" y="0"/>
                  </a:lnTo>
                  <a:lnTo>
                    <a:pt x="7743190" y="0"/>
                  </a:lnTo>
                  <a:lnTo>
                    <a:pt x="7743190" y="5570220"/>
                  </a:lnTo>
                  <a:close/>
                </a:path>
              </a:pathLst>
            </a:custGeom>
            <a:blipFill>
              <a:blip r:embed="rId4"/>
              <a:stretch>
                <a:fillRect l="-305" t="0" r="-305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243036" y="7277969"/>
            <a:ext cx="301625" cy="301625"/>
          </a:xfrm>
          <a:custGeom>
            <a:avLst/>
            <a:gdLst/>
            <a:ahLst/>
            <a:cxnLst/>
            <a:rect r="r" b="b" t="t" l="l"/>
            <a:pathLst>
              <a:path h="301625" w="301625">
                <a:moveTo>
                  <a:pt x="0" y="0"/>
                </a:moveTo>
                <a:lnTo>
                  <a:pt x="301625" y="0"/>
                </a:lnTo>
                <a:lnTo>
                  <a:pt x="301625" y="301625"/>
                </a:lnTo>
                <a:lnTo>
                  <a:pt x="0" y="301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800000">
            <a:off x="9123501" y="6651345"/>
            <a:ext cx="8114846" cy="2375216"/>
            <a:chOff x="0" y="0"/>
            <a:chExt cx="1815112" cy="5312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5112" cy="531283"/>
            </a:xfrm>
            <a:custGeom>
              <a:avLst/>
              <a:gdLst/>
              <a:ahLst/>
              <a:cxnLst/>
              <a:rect r="r" b="b" t="t" l="l"/>
              <a:pathLst>
                <a:path h="531283" w="1815112">
                  <a:moveTo>
                    <a:pt x="0" y="0"/>
                  </a:moveTo>
                  <a:lnTo>
                    <a:pt x="1815112" y="0"/>
                  </a:lnTo>
                  <a:lnTo>
                    <a:pt x="1815112" y="531283"/>
                  </a:lnTo>
                  <a:lnTo>
                    <a:pt x="0" y="531283"/>
                  </a:lnTo>
                  <a:close/>
                </a:path>
              </a:pathLst>
            </a:custGeom>
            <a:solidFill>
              <a:srgbClr val="F3F3F3"/>
            </a:solidFill>
            <a:ln w="1905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815112" cy="57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123501" y="9071423"/>
            <a:ext cx="700032" cy="0"/>
          </a:xfrm>
          <a:prstGeom prst="line">
            <a:avLst/>
          </a:prstGeom>
          <a:ln cap="flat" w="85725">
            <a:solidFill>
              <a:srgbClr val="5170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9335765" y="8305609"/>
            <a:ext cx="272589" cy="332426"/>
          </a:xfrm>
          <a:custGeom>
            <a:avLst/>
            <a:gdLst/>
            <a:ahLst/>
            <a:cxnLst/>
            <a:rect r="r" b="b" t="t" l="l"/>
            <a:pathLst>
              <a:path h="332426" w="272589">
                <a:moveTo>
                  <a:pt x="0" y="0"/>
                </a:moveTo>
                <a:lnTo>
                  <a:pt x="272589" y="0"/>
                </a:lnTo>
                <a:lnTo>
                  <a:pt x="272589" y="332426"/>
                </a:lnTo>
                <a:lnTo>
                  <a:pt x="0" y="33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10800000">
            <a:off x="9144454" y="1172715"/>
            <a:ext cx="8114846" cy="2375216"/>
            <a:chOff x="0" y="0"/>
            <a:chExt cx="1815112" cy="5312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15112" cy="531283"/>
            </a:xfrm>
            <a:custGeom>
              <a:avLst/>
              <a:gdLst/>
              <a:ahLst/>
              <a:cxnLst/>
              <a:rect r="r" b="b" t="t" l="l"/>
              <a:pathLst>
                <a:path h="531283" w="1815112">
                  <a:moveTo>
                    <a:pt x="0" y="0"/>
                  </a:moveTo>
                  <a:lnTo>
                    <a:pt x="1815112" y="0"/>
                  </a:lnTo>
                  <a:lnTo>
                    <a:pt x="1815112" y="531283"/>
                  </a:lnTo>
                  <a:lnTo>
                    <a:pt x="0" y="531283"/>
                  </a:lnTo>
                  <a:close/>
                </a:path>
              </a:pathLst>
            </a:custGeom>
            <a:solidFill>
              <a:srgbClr val="EDFFE7"/>
            </a:solidFill>
            <a:ln w="19050" cap="sq">
              <a:solidFill>
                <a:srgbClr val="00BF6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815112" cy="57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9144454" y="3592793"/>
            <a:ext cx="700032" cy="0"/>
          </a:xfrm>
          <a:prstGeom prst="line">
            <a:avLst/>
          </a:prstGeom>
          <a:ln cap="flat" w="85725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9356264" y="2889061"/>
            <a:ext cx="272589" cy="332426"/>
          </a:xfrm>
          <a:custGeom>
            <a:avLst/>
            <a:gdLst/>
            <a:ahLst/>
            <a:cxnLst/>
            <a:rect r="r" b="b" t="t" l="l"/>
            <a:pathLst>
              <a:path h="332426" w="272589">
                <a:moveTo>
                  <a:pt x="0" y="0"/>
                </a:moveTo>
                <a:lnTo>
                  <a:pt x="272589" y="0"/>
                </a:lnTo>
                <a:lnTo>
                  <a:pt x="272589" y="332426"/>
                </a:lnTo>
                <a:lnTo>
                  <a:pt x="0" y="33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275322" y="1369548"/>
            <a:ext cx="1730263" cy="311447"/>
          </a:xfrm>
          <a:custGeom>
            <a:avLst/>
            <a:gdLst/>
            <a:ahLst/>
            <a:cxnLst/>
            <a:rect r="r" b="b" t="t" l="l"/>
            <a:pathLst>
              <a:path h="311447" w="1730263">
                <a:moveTo>
                  <a:pt x="0" y="0"/>
                </a:moveTo>
                <a:lnTo>
                  <a:pt x="1730262" y="0"/>
                </a:lnTo>
                <a:lnTo>
                  <a:pt x="1730262" y="311447"/>
                </a:lnTo>
                <a:lnTo>
                  <a:pt x="0" y="311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906781"/>
            <a:ext cx="6602729" cy="61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70B2E2"/>
                </a:solidFill>
                <a:latin typeface="Poppins Bold"/>
                <a:ea typeface="Poppins Bold"/>
                <a:cs typeface="Poppins Bold"/>
                <a:sym typeface="Poppins Bold"/>
              </a:rPr>
              <a:t>SAP ABAP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1449071"/>
            <a:ext cx="648434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SAP Global Certified ABAP Developer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35311" y="4083906"/>
            <a:ext cx="7649320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Scenario-Based Projects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Nestle &amp; Maruti Implementations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Skills: DDIC Standard Tables, ALV Report, SmartForm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844485" y="2850961"/>
            <a:ext cx="34190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u="sng">
                <a:solidFill>
                  <a:srgbClr val="335ACF"/>
                </a:solidFill>
                <a:latin typeface="Open Sans"/>
                <a:ea typeface="Open Sans"/>
                <a:cs typeface="Open Sans"/>
                <a:sym typeface="Open Sans"/>
                <a:hlinkClick r:id="rId8" tooltip="https://github.com/im-abdulrahman/Module-Pool-Dashboard---Employee-Management-System"/>
              </a:rPr>
              <a:t>GitHub Repository Link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15272" y="7239869"/>
            <a:ext cx="215043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u="sng">
                <a:solidFill>
                  <a:srgbClr val="335ACF"/>
                </a:solidFill>
                <a:latin typeface="Open Sans"/>
                <a:ea typeface="Open Sans"/>
                <a:cs typeface="Open Sans"/>
                <a:sym typeface="Open Sans"/>
                <a:hlinkClick r:id="rId9" tooltip="https://www.credly.com/badges/bb5e9d7b-ff85-4b56-83bd-64bdc7b19154"/>
              </a:rPr>
              <a:t>Show credential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35311" y="6823370"/>
            <a:ext cx="7649320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50+ Practice Programs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Structured, well-documented GitHub practice programs spanning from basic logic to advanced reports.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79266" y="8282910"/>
            <a:ext cx="34190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u="sng">
                <a:solidFill>
                  <a:srgbClr val="335ACF"/>
                </a:solidFill>
                <a:latin typeface="Open Sans"/>
                <a:ea typeface="Open Sans"/>
                <a:cs typeface="Open Sans"/>
                <a:sym typeface="Open Sans"/>
                <a:hlinkClick r:id="rId10" tooltip="https://github.com/im-abdulrahman/ABAP-CODES-BY-ABDUL-RAHMAN"/>
              </a:rPr>
              <a:t>GitHub Repository Link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356264" y="1344740"/>
            <a:ext cx="7649320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Capstone Projects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EMS Module Pool Dashboard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Skills: custom screen dialogs, BDC, ALV, SmartForm.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44485" y="5620927"/>
            <a:ext cx="34190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u="sng">
                <a:solidFill>
                  <a:srgbClr val="335ACF"/>
                </a:solidFill>
                <a:latin typeface="Open Sans"/>
                <a:ea typeface="Open Sans"/>
                <a:cs typeface="Open Sans"/>
                <a:sym typeface="Open Sans"/>
                <a:hlinkClick r:id="rId11" tooltip="https://github.com/im-abdulrahman/Invoice-Form-for-Maruti-Suzuki"/>
              </a:rPr>
              <a:t>GitHub Repository Link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7779"/>
            <a:ext cx="7355911" cy="10304779"/>
            <a:chOff x="0" y="0"/>
            <a:chExt cx="1937359" cy="2714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7359" cy="2714016"/>
            </a:xfrm>
            <a:custGeom>
              <a:avLst/>
              <a:gdLst/>
              <a:ahLst/>
              <a:cxnLst/>
              <a:rect r="r" b="b" t="t" l="l"/>
              <a:pathLst>
                <a:path h="2714016" w="1937359">
                  <a:moveTo>
                    <a:pt x="0" y="0"/>
                  </a:moveTo>
                  <a:lnTo>
                    <a:pt x="1937359" y="0"/>
                  </a:lnTo>
                  <a:lnTo>
                    <a:pt x="1937359" y="2714016"/>
                  </a:lnTo>
                  <a:lnTo>
                    <a:pt x="0" y="2714016"/>
                  </a:lnTo>
                  <a:close/>
                </a:path>
              </a:pathLst>
            </a:custGeom>
            <a:solidFill>
              <a:srgbClr val="F3F3F3"/>
            </a:solidFill>
            <a:ln w="38100" cap="sq">
              <a:solidFill>
                <a:srgbClr val="A8E3F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37359" cy="2752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0664" y="2616233"/>
            <a:ext cx="5274584" cy="5036756"/>
          </a:xfrm>
          <a:custGeom>
            <a:avLst/>
            <a:gdLst/>
            <a:ahLst/>
            <a:cxnLst/>
            <a:rect r="r" b="b" t="t" l="l"/>
            <a:pathLst>
              <a:path h="5036756" w="5274584">
                <a:moveTo>
                  <a:pt x="0" y="0"/>
                </a:moveTo>
                <a:lnTo>
                  <a:pt x="5274583" y="0"/>
                </a:lnTo>
                <a:lnTo>
                  <a:pt x="5274583" y="5036756"/>
                </a:lnTo>
                <a:lnTo>
                  <a:pt x="0" y="5036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98" t="0" r="-3596" b="-326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8221885" y="923925"/>
            <a:ext cx="6602729" cy="61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70B2E2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Pool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1885" y="1475741"/>
            <a:ext cx="6484343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Employee Management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72206" y="2539397"/>
            <a:ext cx="8987094" cy="599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 b="true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Requirements</a:t>
            </a: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 centralized, custom SAP application (EMS).</a:t>
            </a: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Handling bulk data uploads, real-time grid reporting, official document printing.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199" b="true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Implementation Steps</a:t>
            </a:r>
          </a:p>
          <a:p>
            <a:pPr algn="l" marL="474976" indent="-237488" lvl="1">
              <a:lnSpc>
                <a:spcPts val="3519"/>
              </a:lnSpc>
              <a:buAutoNum type="arabicPeriod" startAt="1"/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Database - Designed custom transparent table</a:t>
            </a:r>
          </a:p>
          <a:p>
            <a:pPr algn="l" marL="474976" indent="-237488" lvl="1">
              <a:lnSpc>
                <a:spcPts val="3519"/>
              </a:lnSpc>
              <a:buAutoNum type="arabicPeriod" startAt="1"/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Data Migration -  Implemented BDC recording</a:t>
            </a:r>
          </a:p>
          <a:p>
            <a:pPr algn="l" marL="474976" indent="-237488" lvl="1">
              <a:lnSpc>
                <a:spcPts val="3519"/>
              </a:lnSpc>
              <a:buAutoNum type="arabicPeriod" startAt="1"/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ALV Reporting - Developed interactive data retrieval</a:t>
            </a:r>
          </a:p>
          <a:p>
            <a:pPr algn="l" marL="474976" indent="-237488" lvl="1">
              <a:lnSpc>
                <a:spcPts val="3519"/>
              </a:lnSpc>
              <a:buAutoNum type="arabicPeriod" startAt="1"/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SmartForms - For structured employee document printing</a:t>
            </a:r>
          </a:p>
          <a:p>
            <a:pPr algn="l" marL="474976" indent="-237488" lvl="1">
              <a:lnSpc>
                <a:spcPts val="3519"/>
              </a:lnSpc>
              <a:buAutoNum type="arabicPeriod" startAt="1"/>
            </a:pP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Module Pool -  Unified all workflows into dialog program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272206" y="7814444"/>
            <a:ext cx="272589" cy="332426"/>
          </a:xfrm>
          <a:custGeom>
            <a:avLst/>
            <a:gdLst/>
            <a:ahLst/>
            <a:cxnLst/>
            <a:rect r="r" b="b" t="t" l="l"/>
            <a:pathLst>
              <a:path h="332426" w="272589">
                <a:moveTo>
                  <a:pt x="0" y="0"/>
                </a:moveTo>
                <a:lnTo>
                  <a:pt x="272589" y="0"/>
                </a:lnTo>
                <a:lnTo>
                  <a:pt x="272589" y="332426"/>
                </a:lnTo>
                <a:lnTo>
                  <a:pt x="0" y="33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760427" y="7776344"/>
            <a:ext cx="34190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u="sng">
                <a:solidFill>
                  <a:srgbClr val="335ACF"/>
                </a:solidFill>
                <a:latin typeface="Open Sans"/>
                <a:ea typeface="Open Sans"/>
                <a:cs typeface="Open Sans"/>
                <a:sym typeface="Open Sans"/>
                <a:hlinkClick r:id="rId5" tooltip="https://github.com/im-abdulrahman/Module-Pool-Dashboard---Employee-Management-System"/>
              </a:rPr>
              <a:t>GitHub Repository Link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606708"/>
            <a:ext cx="16230600" cy="4089617"/>
            <a:chOff x="0" y="0"/>
            <a:chExt cx="3339630" cy="841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39629" cy="841485"/>
            </a:xfrm>
            <a:custGeom>
              <a:avLst/>
              <a:gdLst/>
              <a:ahLst/>
              <a:cxnLst/>
              <a:rect r="r" b="b" t="t" l="l"/>
              <a:pathLst>
                <a:path h="841485" w="3339629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32169"/>
                  </a:lnTo>
                  <a:cubicBezTo>
                    <a:pt x="3339629" y="837314"/>
                    <a:pt x="3335458" y="841485"/>
                    <a:pt x="3330313" y="841485"/>
                  </a:cubicBezTo>
                  <a:lnTo>
                    <a:pt x="9316" y="841485"/>
                  </a:lnTo>
                  <a:cubicBezTo>
                    <a:pt x="4171" y="841485"/>
                    <a:pt x="0" y="837314"/>
                    <a:pt x="0" y="832169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F3F3F3"/>
            </a:solidFill>
            <a:ln w="38100" cap="rnd">
              <a:solidFill>
                <a:srgbClr val="84B0C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39630" cy="879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73143" y="1743140"/>
            <a:ext cx="6953185" cy="695318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2290" y="0"/>
                  </a:moveTo>
                  <a:lnTo>
                    <a:pt x="780510" y="0"/>
                  </a:lnTo>
                  <a:cubicBezTo>
                    <a:pt x="798343" y="0"/>
                    <a:pt x="812800" y="14457"/>
                    <a:pt x="812800" y="32290"/>
                  </a:cubicBezTo>
                  <a:lnTo>
                    <a:pt x="812800" y="780510"/>
                  </a:lnTo>
                  <a:cubicBezTo>
                    <a:pt x="812800" y="798343"/>
                    <a:pt x="798343" y="812800"/>
                    <a:pt x="780510" y="812800"/>
                  </a:cubicBezTo>
                  <a:lnTo>
                    <a:pt x="32290" y="812800"/>
                  </a:lnTo>
                  <a:cubicBezTo>
                    <a:pt x="14457" y="812800"/>
                    <a:pt x="0" y="798343"/>
                    <a:pt x="0" y="780510"/>
                  </a:cubicBezTo>
                  <a:lnTo>
                    <a:pt x="0" y="32290"/>
                  </a:lnTo>
                  <a:cubicBezTo>
                    <a:pt x="0" y="14457"/>
                    <a:pt x="14457" y="0"/>
                    <a:pt x="322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1522"/>
              </a:stretch>
            </a:blipFill>
            <a:ln w="38100" cap="rnd">
              <a:solidFill>
                <a:srgbClr val="747D82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83338" y="7763351"/>
            <a:ext cx="272589" cy="332426"/>
          </a:xfrm>
          <a:custGeom>
            <a:avLst/>
            <a:gdLst/>
            <a:ahLst/>
            <a:cxnLst/>
            <a:rect r="r" b="b" t="t" l="l"/>
            <a:pathLst>
              <a:path h="332426" w="272589">
                <a:moveTo>
                  <a:pt x="0" y="0"/>
                </a:moveTo>
                <a:lnTo>
                  <a:pt x="272589" y="0"/>
                </a:lnTo>
                <a:lnTo>
                  <a:pt x="272589" y="332426"/>
                </a:lnTo>
                <a:lnTo>
                  <a:pt x="0" y="33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1559" y="7725251"/>
            <a:ext cx="34190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u="sng">
                <a:solidFill>
                  <a:srgbClr val="335ACF"/>
                </a:solidFill>
                <a:latin typeface="Open Sans"/>
                <a:ea typeface="Open Sans"/>
                <a:cs typeface="Open Sans"/>
                <a:sym typeface="Open Sans"/>
                <a:hlinkClick r:id="rId7" tooltip="https://github.com/im-abdulrahman/Module-Pool-Dashboard---Employee-Management-System/blob/main/ZPKG_EMP_MAN_SYS/z_emp_bdc_upload"/>
              </a:rPr>
              <a:t>Source 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3338" y="5833052"/>
            <a:ext cx="7280279" cy="1288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 b="true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Technique Used: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BDC (Batch Data Communication)</a:t>
            </a:r>
          </a:p>
          <a:p>
            <a:pPr algn="l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Source Data Input: 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Parses flat file structures (.CSV / </a:t>
            </a:r>
            <a:r>
              <a:rPr lang="en-US" sz="2199" u="non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xcel)</a:t>
            </a:r>
            <a:r>
              <a:rPr lang="en-US" sz="2199" u="none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containing bulk employee records.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338" y="5100262"/>
            <a:ext cx="6602729" cy="61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70B2E2"/>
                </a:solidFill>
                <a:latin typeface="Poppins Bold"/>
                <a:ea typeface="Poppins Bold"/>
                <a:cs typeface="Poppins Bold"/>
                <a:sym typeface="Poppins Bold"/>
              </a:rPr>
              <a:t>1: Data Migration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606708"/>
            <a:ext cx="16230600" cy="4089617"/>
            <a:chOff x="0" y="0"/>
            <a:chExt cx="3339630" cy="841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39629" cy="841485"/>
            </a:xfrm>
            <a:custGeom>
              <a:avLst/>
              <a:gdLst/>
              <a:ahLst/>
              <a:cxnLst/>
              <a:rect r="r" b="b" t="t" l="l"/>
              <a:pathLst>
                <a:path h="841485" w="3339629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32169"/>
                  </a:lnTo>
                  <a:cubicBezTo>
                    <a:pt x="3339629" y="837314"/>
                    <a:pt x="3335458" y="841485"/>
                    <a:pt x="3330313" y="841485"/>
                  </a:cubicBezTo>
                  <a:lnTo>
                    <a:pt x="9316" y="841485"/>
                  </a:lnTo>
                  <a:cubicBezTo>
                    <a:pt x="4171" y="841485"/>
                    <a:pt x="0" y="837314"/>
                    <a:pt x="0" y="832169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F3F3F3"/>
            </a:solidFill>
            <a:ln w="38100" cap="rnd">
              <a:solidFill>
                <a:srgbClr val="84B0C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39630" cy="879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73143" y="1743140"/>
            <a:ext cx="6953185" cy="695318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2290" y="0"/>
                  </a:moveTo>
                  <a:lnTo>
                    <a:pt x="780510" y="0"/>
                  </a:lnTo>
                  <a:cubicBezTo>
                    <a:pt x="798343" y="0"/>
                    <a:pt x="812800" y="14457"/>
                    <a:pt x="812800" y="32290"/>
                  </a:cubicBezTo>
                  <a:lnTo>
                    <a:pt x="812800" y="780510"/>
                  </a:lnTo>
                  <a:cubicBezTo>
                    <a:pt x="812800" y="798343"/>
                    <a:pt x="798343" y="812800"/>
                    <a:pt x="780510" y="812800"/>
                  </a:cubicBezTo>
                  <a:lnTo>
                    <a:pt x="32290" y="812800"/>
                  </a:lnTo>
                  <a:cubicBezTo>
                    <a:pt x="14457" y="812800"/>
                    <a:pt x="0" y="798343"/>
                    <a:pt x="0" y="780510"/>
                  </a:cubicBezTo>
                  <a:lnTo>
                    <a:pt x="0" y="32290"/>
                  </a:lnTo>
                  <a:cubicBezTo>
                    <a:pt x="0" y="14457"/>
                    <a:pt x="14457" y="0"/>
                    <a:pt x="322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20481"/>
              </a:stretch>
            </a:blipFill>
            <a:ln w="38100" cap="rnd">
              <a:solidFill>
                <a:srgbClr val="747D82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83338" y="7763351"/>
            <a:ext cx="272589" cy="332426"/>
          </a:xfrm>
          <a:custGeom>
            <a:avLst/>
            <a:gdLst/>
            <a:ahLst/>
            <a:cxnLst/>
            <a:rect r="r" b="b" t="t" l="l"/>
            <a:pathLst>
              <a:path h="332426" w="272589">
                <a:moveTo>
                  <a:pt x="0" y="0"/>
                </a:moveTo>
                <a:lnTo>
                  <a:pt x="272589" y="0"/>
                </a:lnTo>
                <a:lnTo>
                  <a:pt x="272589" y="332426"/>
                </a:lnTo>
                <a:lnTo>
                  <a:pt x="0" y="33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1559" y="7725251"/>
            <a:ext cx="34190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u="sng">
                <a:solidFill>
                  <a:srgbClr val="335ACF"/>
                </a:solidFill>
                <a:latin typeface="Open Sans"/>
                <a:ea typeface="Open Sans"/>
                <a:cs typeface="Open Sans"/>
                <a:sym typeface="Open Sans"/>
                <a:hlinkClick r:id="rId7" tooltip="https://github.com/im-abdulrahman/Module-Pool-Dashboard---Employee-Management-System/blob/main/ZPKG_EMP_MAN_SYS/ZPRG_ALV_EMP_DATA"/>
              </a:rPr>
              <a:t>Source 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3338" y="5833052"/>
            <a:ext cx="7280279" cy="1726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 b="true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 Used: 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'REUSE_ALV_FIELDCATALOG_MERGE'</a:t>
            </a:r>
          </a:p>
          <a:p>
            <a:pPr algn="l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Source Table 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Fetches dynamic records directly from transparent table </a:t>
            </a:r>
            <a:r>
              <a:rPr lang="en-US" sz="2199" u="sng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ZDTBL_EMP_MAN_SY 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into internal memory.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338" y="5100262"/>
            <a:ext cx="6602729" cy="61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70B2E2"/>
                </a:solidFill>
                <a:latin typeface="Poppins Bold"/>
                <a:ea typeface="Poppins Bold"/>
                <a:cs typeface="Poppins Bold"/>
                <a:sym typeface="Poppins Bold"/>
              </a:rPr>
              <a:t>2: ALV Report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606708"/>
            <a:ext cx="16230600" cy="4089617"/>
            <a:chOff x="0" y="0"/>
            <a:chExt cx="3339630" cy="841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39629" cy="841485"/>
            </a:xfrm>
            <a:custGeom>
              <a:avLst/>
              <a:gdLst/>
              <a:ahLst/>
              <a:cxnLst/>
              <a:rect r="r" b="b" t="t" l="l"/>
              <a:pathLst>
                <a:path h="841485" w="3339629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32169"/>
                  </a:lnTo>
                  <a:cubicBezTo>
                    <a:pt x="3339629" y="837314"/>
                    <a:pt x="3335458" y="841485"/>
                    <a:pt x="3330313" y="841485"/>
                  </a:cubicBezTo>
                  <a:lnTo>
                    <a:pt x="9316" y="841485"/>
                  </a:lnTo>
                  <a:cubicBezTo>
                    <a:pt x="4171" y="841485"/>
                    <a:pt x="0" y="837314"/>
                    <a:pt x="0" y="832169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solidFill>
              <a:srgbClr val="F3F3F3"/>
            </a:solidFill>
            <a:ln w="38100" cap="rnd">
              <a:solidFill>
                <a:srgbClr val="84B0C1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39630" cy="879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73143" y="1743140"/>
            <a:ext cx="6953185" cy="695318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2290" y="0"/>
                  </a:moveTo>
                  <a:lnTo>
                    <a:pt x="780510" y="0"/>
                  </a:lnTo>
                  <a:cubicBezTo>
                    <a:pt x="798343" y="0"/>
                    <a:pt x="812800" y="14457"/>
                    <a:pt x="812800" y="32290"/>
                  </a:cubicBezTo>
                  <a:lnTo>
                    <a:pt x="812800" y="780510"/>
                  </a:lnTo>
                  <a:cubicBezTo>
                    <a:pt x="812800" y="798343"/>
                    <a:pt x="798343" y="812800"/>
                    <a:pt x="780510" y="812800"/>
                  </a:cubicBezTo>
                  <a:lnTo>
                    <a:pt x="32290" y="812800"/>
                  </a:lnTo>
                  <a:cubicBezTo>
                    <a:pt x="14457" y="812800"/>
                    <a:pt x="0" y="798343"/>
                    <a:pt x="0" y="780510"/>
                  </a:cubicBezTo>
                  <a:lnTo>
                    <a:pt x="0" y="32290"/>
                  </a:lnTo>
                  <a:cubicBezTo>
                    <a:pt x="0" y="14457"/>
                    <a:pt x="14457" y="0"/>
                    <a:pt x="322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17464"/>
              </a:stretch>
            </a:blipFill>
            <a:ln w="38100" cap="rnd">
              <a:solidFill>
                <a:srgbClr val="747D82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83338" y="7763351"/>
            <a:ext cx="272589" cy="332426"/>
          </a:xfrm>
          <a:custGeom>
            <a:avLst/>
            <a:gdLst/>
            <a:ahLst/>
            <a:cxnLst/>
            <a:rect r="r" b="b" t="t" l="l"/>
            <a:pathLst>
              <a:path h="332426" w="272589">
                <a:moveTo>
                  <a:pt x="0" y="0"/>
                </a:moveTo>
                <a:lnTo>
                  <a:pt x="272589" y="0"/>
                </a:lnTo>
                <a:lnTo>
                  <a:pt x="272589" y="332426"/>
                </a:lnTo>
                <a:lnTo>
                  <a:pt x="0" y="332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71559" y="7725251"/>
            <a:ext cx="341901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u="sng">
                <a:solidFill>
                  <a:srgbClr val="335ACF"/>
                </a:solidFill>
                <a:latin typeface="Open Sans"/>
                <a:ea typeface="Open Sans"/>
                <a:cs typeface="Open Sans"/>
                <a:sym typeface="Open Sans"/>
                <a:hlinkClick r:id="rId7" tooltip="https://github.com/im-abdulrahman/Module-Pool-Dashboard---Employee-Management-System/blob/main/ZPKG_EMP_MAN_SYS/Z_EMP_SMARTFORM_DRIVER"/>
              </a:rPr>
              <a:t>Source 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3338" y="5833052"/>
            <a:ext cx="7275830" cy="1288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 b="true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Form Used: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SmartForm Frame Structure</a:t>
            </a:r>
          </a:p>
          <a:p>
            <a:pPr algn="l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 Used in program: </a:t>
            </a:r>
            <a:r>
              <a:rPr lang="en-US" sz="21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Generated function module Smart Form </a:t>
            </a:r>
            <a:r>
              <a:rPr lang="en-US" sz="2199" u="sng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‘SSF_FUNCTION_MODULE_NAME’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3338" y="5100262"/>
            <a:ext cx="6602729" cy="61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70B2E2"/>
                </a:solidFill>
                <a:latin typeface="Poppins Bold"/>
                <a:ea typeface="Poppins Bold"/>
                <a:cs typeface="Poppins Bold"/>
                <a:sym typeface="Poppins Bold"/>
              </a:rPr>
              <a:t>3: Document Printing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1593" y="3339417"/>
            <a:ext cx="3914775" cy="3608165"/>
            <a:chOff x="0" y="0"/>
            <a:chExt cx="5219700" cy="4810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9700" cy="4810887"/>
            </a:xfrm>
            <a:custGeom>
              <a:avLst/>
              <a:gdLst/>
              <a:ahLst/>
              <a:cxnLst/>
              <a:rect r="r" b="b" t="t" l="l"/>
              <a:pathLst>
                <a:path h="4810887" w="5219700">
                  <a:moveTo>
                    <a:pt x="0" y="120422"/>
                  </a:moveTo>
                  <a:cubicBezTo>
                    <a:pt x="0" y="53943"/>
                    <a:pt x="102743" y="0"/>
                    <a:pt x="229362" y="0"/>
                  </a:cubicBezTo>
                  <a:lnTo>
                    <a:pt x="4990338" y="0"/>
                  </a:lnTo>
                  <a:cubicBezTo>
                    <a:pt x="5116957" y="0"/>
                    <a:pt x="5219700" y="53943"/>
                    <a:pt x="5219700" y="120422"/>
                  </a:cubicBezTo>
                  <a:lnTo>
                    <a:pt x="5219700" y="4690465"/>
                  </a:lnTo>
                  <a:cubicBezTo>
                    <a:pt x="5219700" y="4757010"/>
                    <a:pt x="5116957" y="4810887"/>
                    <a:pt x="4990338" y="4810887"/>
                  </a:cubicBezTo>
                  <a:lnTo>
                    <a:pt x="229362" y="4810887"/>
                  </a:lnTo>
                  <a:cubicBezTo>
                    <a:pt x="102743" y="4810887"/>
                    <a:pt x="0" y="4756944"/>
                    <a:pt x="0" y="469046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777830" y="3339417"/>
            <a:ext cx="3914775" cy="3608165"/>
            <a:chOff x="0" y="0"/>
            <a:chExt cx="5219700" cy="48108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19700" cy="4810887"/>
            </a:xfrm>
            <a:custGeom>
              <a:avLst/>
              <a:gdLst/>
              <a:ahLst/>
              <a:cxnLst/>
              <a:rect r="r" b="b" t="t" l="l"/>
              <a:pathLst>
                <a:path h="4810887" w="5219700">
                  <a:moveTo>
                    <a:pt x="0" y="120422"/>
                  </a:moveTo>
                  <a:cubicBezTo>
                    <a:pt x="0" y="53943"/>
                    <a:pt x="102743" y="0"/>
                    <a:pt x="229362" y="0"/>
                  </a:cubicBezTo>
                  <a:lnTo>
                    <a:pt x="4990338" y="0"/>
                  </a:lnTo>
                  <a:cubicBezTo>
                    <a:pt x="5116957" y="0"/>
                    <a:pt x="5219700" y="53943"/>
                    <a:pt x="5219700" y="120422"/>
                  </a:cubicBezTo>
                  <a:lnTo>
                    <a:pt x="5219700" y="4690465"/>
                  </a:lnTo>
                  <a:cubicBezTo>
                    <a:pt x="5219700" y="4757010"/>
                    <a:pt x="5116957" y="4810887"/>
                    <a:pt x="4990338" y="4810887"/>
                  </a:cubicBezTo>
                  <a:lnTo>
                    <a:pt x="229362" y="4810887"/>
                  </a:lnTo>
                  <a:cubicBezTo>
                    <a:pt x="102743" y="4810887"/>
                    <a:pt x="0" y="4756944"/>
                    <a:pt x="0" y="469046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64068" y="3339417"/>
            <a:ext cx="3914775" cy="3608165"/>
            <a:chOff x="0" y="0"/>
            <a:chExt cx="5219700" cy="48108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19700" cy="4810887"/>
            </a:xfrm>
            <a:custGeom>
              <a:avLst/>
              <a:gdLst/>
              <a:ahLst/>
              <a:cxnLst/>
              <a:rect r="r" b="b" t="t" l="l"/>
              <a:pathLst>
                <a:path h="4810887" w="5219700">
                  <a:moveTo>
                    <a:pt x="0" y="120422"/>
                  </a:moveTo>
                  <a:cubicBezTo>
                    <a:pt x="0" y="53943"/>
                    <a:pt x="102743" y="0"/>
                    <a:pt x="229362" y="0"/>
                  </a:cubicBezTo>
                  <a:lnTo>
                    <a:pt x="4990338" y="0"/>
                  </a:lnTo>
                  <a:cubicBezTo>
                    <a:pt x="5116957" y="0"/>
                    <a:pt x="5219700" y="53943"/>
                    <a:pt x="5219700" y="120422"/>
                  </a:cubicBezTo>
                  <a:lnTo>
                    <a:pt x="5219700" y="4690465"/>
                  </a:lnTo>
                  <a:cubicBezTo>
                    <a:pt x="5219700" y="4757010"/>
                    <a:pt x="5116957" y="4810887"/>
                    <a:pt x="4990338" y="4810887"/>
                  </a:cubicBezTo>
                  <a:lnTo>
                    <a:pt x="229362" y="4810887"/>
                  </a:lnTo>
                  <a:cubicBezTo>
                    <a:pt x="102743" y="4810887"/>
                    <a:pt x="0" y="4756944"/>
                    <a:pt x="0" y="469046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150305" y="3339417"/>
            <a:ext cx="3914775" cy="3608165"/>
            <a:chOff x="0" y="0"/>
            <a:chExt cx="5219700" cy="48108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9700" cy="4810887"/>
            </a:xfrm>
            <a:custGeom>
              <a:avLst/>
              <a:gdLst/>
              <a:ahLst/>
              <a:cxnLst/>
              <a:rect r="r" b="b" t="t" l="l"/>
              <a:pathLst>
                <a:path h="4810887" w="5219700">
                  <a:moveTo>
                    <a:pt x="0" y="120422"/>
                  </a:moveTo>
                  <a:cubicBezTo>
                    <a:pt x="0" y="53943"/>
                    <a:pt x="102743" y="0"/>
                    <a:pt x="229362" y="0"/>
                  </a:cubicBezTo>
                  <a:lnTo>
                    <a:pt x="4990338" y="0"/>
                  </a:lnTo>
                  <a:cubicBezTo>
                    <a:pt x="5116957" y="0"/>
                    <a:pt x="5219700" y="53943"/>
                    <a:pt x="5219700" y="120422"/>
                  </a:cubicBezTo>
                  <a:lnTo>
                    <a:pt x="5219700" y="4690465"/>
                  </a:lnTo>
                  <a:cubicBezTo>
                    <a:pt x="5219700" y="4757010"/>
                    <a:pt x="5116957" y="4810887"/>
                    <a:pt x="4990338" y="4810887"/>
                  </a:cubicBezTo>
                  <a:lnTo>
                    <a:pt x="229362" y="4810887"/>
                  </a:lnTo>
                  <a:cubicBezTo>
                    <a:pt x="102743" y="4810887"/>
                    <a:pt x="0" y="4756944"/>
                    <a:pt x="0" y="469046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6012" y="5203936"/>
            <a:ext cx="1760487" cy="257175"/>
            <a:chOff x="0" y="0"/>
            <a:chExt cx="2347316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7341" cy="342900"/>
            </a:xfrm>
            <a:custGeom>
              <a:avLst/>
              <a:gdLst/>
              <a:ahLst/>
              <a:cxnLst/>
              <a:rect r="r" b="b" t="t" l="l"/>
              <a:pathLst>
                <a:path h="342900" w="234734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2271141" y="0"/>
                  </a:lnTo>
                  <a:cubicBezTo>
                    <a:pt x="2313178" y="0"/>
                    <a:pt x="2347341" y="34163"/>
                    <a:pt x="2347341" y="76200"/>
                  </a:cubicBezTo>
                  <a:lnTo>
                    <a:pt x="2347341" y="266700"/>
                  </a:lnTo>
                  <a:cubicBezTo>
                    <a:pt x="2347341" y="308737"/>
                    <a:pt x="2313178" y="342900"/>
                    <a:pt x="2271141" y="342900"/>
                  </a:cubicBezTo>
                  <a:lnTo>
                    <a:pt x="76200" y="342900"/>
                  </a:lnTo>
                  <a:cubicBezTo>
                    <a:pt x="34163" y="342900"/>
                    <a:pt x="0" y="308737"/>
                    <a:pt x="0" y="266700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5924" y="3703749"/>
            <a:ext cx="571500" cy="571500"/>
            <a:chOff x="0" y="0"/>
            <a:chExt cx="762000" cy="762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142162" y="3703749"/>
            <a:ext cx="571500" cy="571500"/>
            <a:chOff x="0" y="0"/>
            <a:chExt cx="762000" cy="7620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50" t="0" r="-125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328399" y="3703749"/>
            <a:ext cx="571500" cy="571500"/>
            <a:chOff x="0" y="0"/>
            <a:chExt cx="762000" cy="762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514637" y="3703749"/>
            <a:ext cx="571500" cy="571500"/>
            <a:chOff x="0" y="0"/>
            <a:chExt cx="762000" cy="762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50" t="0" r="-125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13087" y="3846624"/>
            <a:ext cx="257175" cy="285750"/>
            <a:chOff x="0" y="0"/>
            <a:chExt cx="342900" cy="3810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263605" y="3846624"/>
            <a:ext cx="328612" cy="285750"/>
            <a:chOff x="0" y="0"/>
            <a:chExt cx="438150" cy="3810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3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06993" y="3846624"/>
            <a:ext cx="214312" cy="285750"/>
            <a:chOff x="0" y="0"/>
            <a:chExt cx="285750" cy="381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28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333" t="0" r="-3333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621793" y="3846624"/>
            <a:ext cx="357188" cy="285750"/>
            <a:chOff x="0" y="0"/>
            <a:chExt cx="476250" cy="381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55924" y="4437174"/>
            <a:ext cx="418177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Data Modeling &amp; DDIC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5924" y="4813411"/>
            <a:ext cx="3328988" cy="116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Designed custom transparent tables (), domain types, structures, and table types from scratch in ABAP Dictionary.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42162" y="4437174"/>
            <a:ext cx="418177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Dialog Programming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42162" y="4813411"/>
            <a:ext cx="3328988" cy="116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Mastered Module Pool screen painter, PBO/PAI logic execution, user command flow, and table controls.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28399" y="4437174"/>
            <a:ext cx="418177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ALV &amp; SmartForms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28399" y="4813411"/>
            <a:ext cx="3328988" cy="1547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Implemented interactive ALV Grid features and designed driver programs with custom SmartForms for official employee documentation.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14637" y="4437174"/>
            <a:ext cx="418177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Batch Data Migration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14637" y="4813411"/>
            <a:ext cx="3328988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Built BDC batch input recording scripts to parse external CSV data and execute automated bulk database uploads safely.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1593" y="1998932"/>
            <a:ext cx="6602729" cy="618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70B2E2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1593" y="2541222"/>
            <a:ext cx="7360816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Core Learnings from the Capstone Project</a:t>
            </a:r>
          </a:p>
        </p:txBody>
      </p:sp>
      <p:sp>
        <p:nvSpPr>
          <p:cNvPr name="Freeform 38" id="38"/>
          <p:cNvSpPr/>
          <p:nvPr/>
        </p:nvSpPr>
        <p:spPr>
          <a:xfrm flipH="true" flipV="false" rot="0">
            <a:off x="-2874828" y="720090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4945410" y="720090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831928" y="617220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88310" y="617220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83780" y="4017643"/>
            <a:ext cx="6520441" cy="11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299">
                <a:solidFill>
                  <a:srgbClr val="70B2E2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YOU!!</a:t>
            </a:r>
          </a:p>
        </p:txBody>
      </p:sp>
      <p:sp>
        <p:nvSpPr>
          <p:cNvPr name="AutoShape 5" id="5"/>
          <p:cNvSpPr/>
          <p:nvPr/>
        </p:nvSpPr>
        <p:spPr>
          <a:xfrm>
            <a:off x="5897880" y="5176838"/>
            <a:ext cx="649224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DAHXhNIpi30</dc:identifier>
  <dcterms:modified xsi:type="dcterms:W3CDTF">2011-08-01T06:04:30Z</dcterms:modified>
  <cp:revision>1</cp:revision>
  <dc:title>SAP ABAP Capstone Projects</dc:title>
</cp:coreProperties>
</file>